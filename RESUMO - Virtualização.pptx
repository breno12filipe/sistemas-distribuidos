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PT Sans Narrow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6464"/>
    <a:srgbClr val="323232"/>
    <a:srgbClr val="1E1E1E"/>
    <a:srgbClr val="000000"/>
    <a:srgbClr val="4B87EB"/>
    <a:srgbClr val="4A86E8"/>
    <a:srgbClr val="5F7D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e70b4d40e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e70b4d40e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70b4d40e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70b4d40e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e70b4d40e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e70b4d40e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O primeiro conceito de virtualização começou em 1960 com o projeto experimental M44/44X, da </a:t>
            </a:r>
            <a:r>
              <a:rPr lang="pt-BR" sz="1200" i="1">
                <a:solidFill>
                  <a:schemeClr val="dk1"/>
                </a:solidFill>
              </a:rPr>
              <a:t>International Business Machines </a:t>
            </a:r>
            <a:r>
              <a:rPr lang="pt-BR" sz="1200">
                <a:solidFill>
                  <a:schemeClr val="dk1"/>
                </a:solidFill>
              </a:rPr>
              <a:t>(IBM).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Em meados de 1970 os computadores só deveriam ter um sistema operacional dificultando a portabilidade de outros sistemas e a forma de solucionar este impasse era com as máquinas virtuais de forma livre das outras, com seus próprios aplicativos e bibliotecas.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Na décado de 80 a popularização da virtualização decaiu pois os hardwares começaram a se tornar </a:t>
            </a:r>
            <a:r>
              <a:rPr lang="pt-BR" sz="1200" i="1">
                <a:solidFill>
                  <a:schemeClr val="dk1"/>
                </a:solidFill>
              </a:rPr>
              <a:t>Personal Computer</a:t>
            </a:r>
            <a:r>
              <a:rPr lang="pt-BR" sz="1200">
                <a:solidFill>
                  <a:schemeClr val="dk1"/>
                </a:solidFill>
              </a:rPr>
              <a:t> (PC), Assim o investimento caiu e os PC não tinham suporte adequado para a virtualização.  Era, portanto, desperdício de capacidade da máquina e de investimento (MATTOS, 2008).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A visão de virtualização começou a tomar forma com a chegada da linguagem Java, onde proporcionou uma visão geral das máquinas virtuais em 1990 além do aumento das funcionalidades do PC. Atualmente, a virtualização é uma realidade visto que as linguagem são compiladas para as máquinas virtuais comumente presentes em celulares, tablets</a:t>
            </a:r>
            <a:r>
              <a:rPr lang="pt-BR" sz="1200" i="1">
                <a:solidFill>
                  <a:schemeClr val="dk1"/>
                </a:solidFill>
              </a:rPr>
              <a:t> </a:t>
            </a:r>
            <a:r>
              <a:rPr lang="pt-BR" sz="1200">
                <a:solidFill>
                  <a:schemeClr val="dk1"/>
                </a:solidFill>
              </a:rPr>
              <a:t>e outros portáteis.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e70b4d40ed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e70b4d40ed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70b4d40ed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e70b4d40ed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e70b4d40e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e70b4d40ed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e70b4d40ed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e70b4d40ed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mundo.com.br/web/1624-o-que-e-virtualizacao-.htm%2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3650" y="12140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4B87EB"/>
                </a:solidFill>
              </a:rPr>
              <a:t>Virtualização</a:t>
            </a:r>
            <a:endParaRPr dirty="0">
              <a:solidFill>
                <a:srgbClr val="4B87EB"/>
              </a:solidFill>
            </a:endParaRP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André Santos, Breno Silva</a:t>
            </a:r>
            <a:endParaRPr dirty="0">
              <a:solidFill>
                <a:srgbClr val="646464"/>
              </a:solidFill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2268400" y="4803900"/>
            <a:ext cx="4870500" cy="3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646464"/>
                </a:solidFill>
              </a:rPr>
              <a:t>BRASÍLIA, 2021</a:t>
            </a:r>
            <a:endParaRPr sz="1200" dirty="0">
              <a:solidFill>
                <a:srgbClr val="646464"/>
              </a:solidFill>
            </a:endParaRPr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/>
          </p:nvPr>
        </p:nvSpPr>
        <p:spPr>
          <a:xfrm>
            <a:off x="1135300" y="1991627"/>
            <a:ext cx="7136700" cy="5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4A86E8"/>
                </a:solidFill>
              </a:rPr>
              <a:t>CONCEITOS E </a:t>
            </a:r>
            <a:r>
              <a:rPr lang="pt-BR" sz="2200" dirty="0">
                <a:solidFill>
                  <a:srgbClr val="4B87EB"/>
                </a:solidFill>
              </a:rPr>
              <a:t>APLICAÇÕES</a:t>
            </a:r>
            <a:endParaRPr sz="2200" dirty="0">
              <a:solidFill>
                <a:srgbClr val="4B87EB"/>
              </a:solidFill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2750700" y="3214550"/>
            <a:ext cx="3612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rgbClr val="646464"/>
                </a:solidFill>
              </a:rPr>
              <a:t>21900345		   21901629</a:t>
            </a:r>
            <a:endParaRPr sz="900" dirty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A86E8"/>
                </a:solidFill>
              </a:rPr>
              <a:t>O que é a virtualização?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Virtualização é a capacidade de criar um computador virtual no seu PC</a:t>
            </a:r>
            <a:endParaRPr dirty="0">
              <a:solidFill>
                <a:srgbClr val="646464"/>
              </a:solidFill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50" y="1970750"/>
            <a:ext cx="762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A86E8"/>
                </a:solidFill>
              </a:rPr>
              <a:t>Formas de Virtualização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13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O mais comum é a da paravirtualização, feitas com por meios de emuladores ou hypervisor, por exemplos, VirtualBox e VmWare</a:t>
            </a:r>
            <a:endParaRPr dirty="0">
              <a:solidFill>
                <a:srgbClr val="646464"/>
              </a:solidFill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 l="10570" t="35548" b="34780"/>
          <a:stretch/>
        </p:blipFill>
        <p:spPr>
          <a:xfrm>
            <a:off x="311700" y="2351675"/>
            <a:ext cx="4549226" cy="113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 rotWithShape="1">
          <a:blip r:embed="rId4">
            <a:alphaModFix/>
          </a:blip>
          <a:srcRect t="34688" b="33234"/>
          <a:stretch/>
        </p:blipFill>
        <p:spPr>
          <a:xfrm>
            <a:off x="4679025" y="2517938"/>
            <a:ext cx="4153277" cy="7994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464100" y="3678975"/>
            <a:ext cx="8520600" cy="13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solidFill>
                  <a:srgbClr val="646464"/>
                </a:solidFill>
              </a:rPr>
              <a:t>Para Popek e Goldberg (1974) os Hipervisores, devem ter três características principais. </a:t>
            </a:r>
            <a:endParaRPr dirty="0">
              <a:solidFill>
                <a:srgbClr val="646464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Eficiência - Integridade - Equivalência</a:t>
            </a:r>
            <a:endParaRPr dirty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A86E8"/>
                </a:solidFill>
              </a:rPr>
              <a:t>Fundamentação Teórica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Começo em 1960, com M44/44X da International Business Machines (IBM)</a:t>
            </a:r>
            <a:endParaRPr dirty="0">
              <a:solidFill>
                <a:srgbClr val="646464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Em meados de 1970 começaram a usar as máquinas virtuais</a:t>
            </a:r>
            <a:endParaRPr dirty="0">
              <a:solidFill>
                <a:srgbClr val="646464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Na décado de 80 veio os Personal Computer (PC) decaindo o investimento para as Máquinas Virtuais.</a:t>
            </a:r>
            <a:endParaRPr dirty="0">
              <a:solidFill>
                <a:srgbClr val="646464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E finalmente começou tomar forma com a chegada do JAVA em 1990</a:t>
            </a:r>
            <a:endParaRPr dirty="0">
              <a:solidFill>
                <a:srgbClr val="646464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A86E8"/>
                </a:solidFill>
              </a:rPr>
              <a:t>Vantagens e Desvantagens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As vantagens da virtualização são muitas, incluindo, a economia com eletricidade e hardware. Assim como outros usos, como armazenar sistemas operacionais mais antigos, certificar-se que um sistema esteja funcionando em todos os sistemas operacionais, usar como máquina para teste. </a:t>
            </a:r>
            <a:endParaRPr dirty="0">
              <a:solidFill>
                <a:srgbClr val="646464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O espaço em disco é uma das principais desvantagens da utilização da virtualização, pois cada máquina virtual precisa de todos os arquivos do sistema operacional instalado, ao final, o espaço ocupado por eles é enorme.</a:t>
            </a:r>
            <a:endParaRPr sz="1200" dirty="0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A86E8"/>
                </a:solidFill>
              </a:rPr>
              <a:t>Etapas do Desenvolvimento do Trabalho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dirty="0">
                <a:solidFill>
                  <a:srgbClr val="646464"/>
                </a:solidFill>
              </a:rPr>
              <a:t>Pesquisa bibliográfica;</a:t>
            </a:r>
            <a:endParaRPr dirty="0">
              <a:solidFill>
                <a:srgbClr val="646464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dirty="0">
                <a:solidFill>
                  <a:srgbClr val="646464"/>
                </a:solidFill>
              </a:rPr>
              <a:t>Pesquisa qualitativa de campo ;</a:t>
            </a:r>
            <a:endParaRPr dirty="0">
              <a:solidFill>
                <a:srgbClr val="646464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dirty="0">
                <a:solidFill>
                  <a:srgbClr val="646464"/>
                </a:solidFill>
              </a:rPr>
              <a:t>Empresa A x Empresa B;</a:t>
            </a:r>
            <a:endParaRPr dirty="0">
              <a:solidFill>
                <a:srgbClr val="646464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dirty="0">
                <a:solidFill>
                  <a:srgbClr val="646464"/>
                </a:solidFill>
              </a:rPr>
              <a:t>Explicar para a empresa o conceito sobre virtualização;</a:t>
            </a:r>
            <a:endParaRPr dirty="0">
              <a:solidFill>
                <a:srgbClr val="646464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dirty="0">
                <a:solidFill>
                  <a:srgbClr val="646464"/>
                </a:solidFill>
              </a:rPr>
              <a:t>Verificar a infraestrutura da empresa; </a:t>
            </a:r>
            <a:endParaRPr dirty="0">
              <a:solidFill>
                <a:srgbClr val="646464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 dirty="0">
                <a:solidFill>
                  <a:srgbClr val="646464"/>
                </a:solidFill>
              </a:rPr>
              <a:t>Implantar virtualização</a:t>
            </a:r>
            <a:endParaRPr dirty="0">
              <a:solidFill>
                <a:srgbClr val="646464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A86E8"/>
                </a:solidFill>
              </a:rPr>
              <a:t>Resultados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>
                <a:solidFill>
                  <a:srgbClr val="646464"/>
                </a:solidFill>
              </a:rPr>
              <a:t>A implantação da virtualização na empresa despertou curiosidade de funcionários ao mostrar os benefícios desta ferramenta, que facilidade o backup, organização em cenário de assitência, aumento do espaço físico, menos manutenção de hardware e menor gasto de energia.</a:t>
            </a:r>
            <a:endParaRPr dirty="0">
              <a:solidFill>
                <a:srgbClr val="64646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4A86E8"/>
                </a:solidFill>
              </a:rPr>
              <a:t>Referência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AMARAL, F. E. </a:t>
            </a:r>
            <a:r>
              <a:rPr lang="pt-BR" sz="1100" b="1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“O que é Virtualização”</a:t>
            </a: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.Tecmundo, 2009</a:t>
            </a:r>
            <a:r>
              <a:rPr lang="pt-BR" sz="1100" b="1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Disponível em: &lt;</a:t>
            </a:r>
            <a:r>
              <a:rPr lang="pt-BR" sz="1100" dirty="0">
                <a:solidFill>
                  <a:srgbClr val="646464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http://www.tecmundo.com.br/web/1624-o-que-e-virtualizacao-.htm</a:t>
            </a: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 &gt;Acesso: 17. Ago. 2021.</a:t>
            </a:r>
            <a:endParaRPr sz="1100" dirty="0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MATTOS, K. M. da C. (2008), </a:t>
            </a:r>
            <a:r>
              <a:rPr lang="pt-BR" sz="1100" b="1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“Os impactos ambientais causados pelo lixo eletrônico e o uso da logística reversa para minimizar os efeitos causados ao meio ambiente”</a:t>
            </a: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, In:</a:t>
            </a:r>
            <a:r>
              <a:rPr lang="pt-BR" sz="1100" b="1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Encontro Nacional de Engenharia de Produção, Rio de Janeiro.</a:t>
            </a:r>
            <a:endParaRPr sz="1100" dirty="0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464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PARKUTS, Eliésio; DUFECH, Saulo; ORLOVSKI, Regiane. </a:t>
            </a:r>
            <a:r>
              <a:rPr lang="pt-BR" sz="1100" b="1" dirty="0">
                <a:solidFill>
                  <a:srgbClr val="6464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Virtualização – Conceitos e Aplicações</a:t>
            </a:r>
            <a:r>
              <a:rPr lang="pt-BR" sz="1100" dirty="0">
                <a:solidFill>
                  <a:srgbClr val="6464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Faculdade Guairacá - Guarapuava – PR,2013.</a:t>
            </a:r>
            <a:endParaRPr sz="1100" dirty="0">
              <a:solidFill>
                <a:srgbClr val="6464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POPEK E GOLDBERG (1974), </a:t>
            </a:r>
            <a:r>
              <a:rPr lang="pt-BR" sz="1100" b="1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pt-BR" sz="1100" b="1" i="1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Formal requirements for virtualizable third generation architectures”</a:t>
            </a:r>
            <a:r>
              <a:rPr lang="pt-BR" sz="1100" i="1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. Communications of the ACM</a:t>
            </a:r>
            <a:r>
              <a:rPr lang="pt-BR" sz="1100" dirty="0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, 17(7):412– 421.</a:t>
            </a:r>
            <a:endParaRPr sz="1100" dirty="0">
              <a:solidFill>
                <a:srgbClr val="6464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Custom 9">
      <a:dk1>
        <a:srgbClr val="A1E8D9"/>
      </a:dk1>
      <a:lt1>
        <a:srgbClr val="FFFFFF"/>
      </a:lt1>
      <a:dk2>
        <a:srgbClr val="695D46"/>
      </a:dk2>
      <a:lt2>
        <a:srgbClr val="4B87EB"/>
      </a:lt2>
      <a:accent1>
        <a:srgbClr val="EF6C00"/>
      </a:accent1>
      <a:accent2>
        <a:srgbClr val="CE93D8"/>
      </a:accent2>
      <a:accent3>
        <a:srgbClr val="4B87EB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On-screen Show (16:9)</PresentationFormat>
  <Paragraphs>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PT Sans Narrow</vt:lpstr>
      <vt:lpstr>Arial</vt:lpstr>
      <vt:lpstr>Open Sans</vt:lpstr>
      <vt:lpstr>Tropic</vt:lpstr>
      <vt:lpstr>Virtualização</vt:lpstr>
      <vt:lpstr>O que é a virtualização?</vt:lpstr>
      <vt:lpstr>Formas de Virtualização</vt:lpstr>
      <vt:lpstr>Fundamentação Teórica</vt:lpstr>
      <vt:lpstr>Vantagens e Desvantagens</vt:lpstr>
      <vt:lpstr>Etapas do Desenvolvimento do Trabalho</vt:lpstr>
      <vt:lpstr>Resultados</vt:lpstr>
      <vt:lpstr>Referência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Virtualização</dc:title>
  <dc:creator>ANDRE</dc:creator>
  <cp:lastModifiedBy>André Santos</cp:lastModifiedBy>
  <cp:revision>1</cp:revision>
  <dcterms:modified xsi:type="dcterms:W3CDTF">2021-08-19T12:40:29Z</dcterms:modified>
</cp:coreProperties>
</file>